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donutChart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donutChart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b10ccf42-3bad-4419-ad27-d5c47eabfba6?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6d85f63c63074f40" /><Relationship Type="http://schemas.openxmlformats.org/officeDocument/2006/relationships/slideLayout" Target="/ppt/slideLayouts/slideLayout8.xml" Id="Re446ebafff154c24" /><Relationship Type="http://schemas.openxmlformats.org/officeDocument/2006/relationships/hyperlink" Target="https://app.powerbi.com/groups/me/reports/b10ccf42-3bad-4419-ad27-d5c47eabfba6/?pbi_source=PowerPoint" TargetMode="External" Id="RelId0" /><Relationship Type="http://schemas.openxmlformats.org/officeDocument/2006/relationships/image" Target="/ppt/media/image4.png" Id="imgId164476384"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69b537c629044914" /><Relationship Type="http://schemas.openxmlformats.org/officeDocument/2006/relationships/slideLayout" Target="/ppt/slideLayouts/slideLayout8.xml" Id="Rdd891644b90848cb" /><Relationship Type="http://schemas.openxmlformats.org/officeDocument/2006/relationships/hyperlink" Target="https://app.powerbi.com/groups/me/reports/b10ccf42-3bad-4419-ad27-d5c47eabfba6/?pbi_source=PowerPoint" TargetMode="External" Id="RelId1" /><Relationship Type="http://schemas.openxmlformats.org/officeDocument/2006/relationships/image" Target="/ppt/media/image5.png" Id="imgId164476385"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Meta Ads Dashboard</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09/04/2026 00:58:40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07/04/2026 19:17:59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textbox ,image ,shape ,cardVisual ,image ,cardVisual ,shape ,slicer ,donutChart ,cardVisual ,shape ,columnChart ,cardVisual ,shape ,azureMap ,cardVisual ,shape ,slicer ,pivotTable ,shape ,columnChart ,cardVisual ,cardVisual ,shape ,pivotTable ,cardVisual ,slicer ,slicer ,pageNavigator ,image ,imag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64476384"/>
          <a:stretch xmlns:a="http://schemas.openxmlformats.org/drawingml/2006/main">
            <a:fillRect/>
          </a:stretch>
        </p:blipFill>
        <p:spPr>
          <a:xfrm xmlns:a="http://schemas.openxmlformats.org/drawingml/2006/main">
            <a:off x="171450" y="0"/>
            <a:ext cx="118300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Facebook</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textbox ,image ,shape ,cardVisual ,image ,cardVisual ,shape ,slicer ,donutChart ,cardVisual ,shape ,columnChart ,cardVisual ,shape ,azureMap ,cardVisual ,shape ,slicer ,pivotTable ,shape ,columnChart ,cardVisual ,cardVisual ,shape ,pivotTable ,cardVisual ,slicer ,slicer ,pageNavigator ,image ,image.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64476385"/>
          <a:stretch xmlns:a="http://schemas.openxmlformats.org/drawingml/2006/main">
            <a:fillRect/>
          </a:stretch>
        </p:blipFill>
        <p:spPr>
          <a:xfrm xmlns:a="http://schemas.openxmlformats.org/drawingml/2006/main">
            <a:off x="171450" y="0"/>
            <a:ext cx="118300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Instagram</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